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5" r:id="rId7"/>
    <p:sldId id="266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67"/>
    <p:restoredTop sz="94663"/>
  </p:normalViewPr>
  <p:slideViewPr>
    <p:cSldViewPr snapToGrid="0" snapToObjects="1">
      <p:cViewPr varScale="1">
        <p:scale>
          <a:sx n="81" d="100"/>
          <a:sy n="81" d="100"/>
        </p:scale>
        <p:origin x="18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B65A5-439A-FC40-A1DE-4EC653941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061BC-EDA2-F844-87D3-3CB223EB1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084FD-29B9-9145-94A1-C074EA9D3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5F91C-ECE6-7640-85F7-F401821F8428}" type="datetimeFigureOut">
              <a:rPr lang="en-US" smtClean="0"/>
              <a:t>6/3/20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EDB91-DEFF-2D48-A75E-A943ED0A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7045C-3076-6842-AB38-BF908209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83EA-EB05-F648-A9D9-48085E57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1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E8BA9-9C0A-7C41-9798-74F2C8E96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F2A1-8A0B-F043-8E0A-76657F86F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F15DB-A592-724C-A76B-12B15100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5F91C-ECE6-7640-85F7-F401821F8428}" type="datetimeFigureOut">
              <a:rPr lang="en-US" smtClean="0"/>
              <a:t>6/3/20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87F56-C69A-E144-A85E-34EDC720C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94BFC-180C-C346-B936-5CF43EB1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83EA-EB05-F648-A9D9-48085E57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9C3AF-4352-BE4C-9304-7E73B59A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196B0-3D76-1A48-B7D6-BE8792B61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011BD-A963-A14F-876B-61D796739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5F91C-ECE6-7640-85F7-F401821F8428}" type="datetimeFigureOut">
              <a:rPr lang="en-US" smtClean="0"/>
              <a:t>6/3/20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43B44-1FA2-174C-B5BF-0F1FEBA4D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523E-B6B4-0D4A-96C1-90053203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83EA-EB05-F648-A9D9-48085E57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2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3FC0-5973-4A44-B217-8AB580513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1CBEA-0BC6-D142-959B-CBED4D6C5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72746-411E-DB46-8C2C-70BC3ED58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4202C-E9CF-D249-870B-B3565428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5F91C-ECE6-7640-85F7-F401821F8428}" type="datetimeFigureOut">
              <a:rPr lang="en-US" smtClean="0"/>
              <a:t>6/3/20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59C8D-1935-7D46-8933-07AF44C4E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E709D-64C1-0A4C-9340-4FDBBA94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83EA-EB05-F648-A9D9-48085E57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3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54A74-3CE0-574C-97FC-002F2D87C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71F92-6DAC-ED4F-B05E-4334D6A94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64A99-FD6C-2543-86C8-487CE95E4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25C31B-102D-C946-B162-F38CECBC6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974656-2DC3-D44F-ADC7-3C4BDD251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EE6F62-1615-5C48-85D7-0D6CE949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5F91C-ECE6-7640-85F7-F401821F8428}" type="datetimeFigureOut">
              <a:rPr lang="en-US" smtClean="0"/>
              <a:t>6/3/20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58436E-B219-1F4C-96C4-815A5321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FB092-C646-BE4D-9A36-83DE5C844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83EA-EB05-F648-A9D9-48085E57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91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5339-05C1-7946-8127-0268C847E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79D339-B9B1-B04D-B55A-7A45D68D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5F91C-ECE6-7640-85F7-F401821F8428}" type="datetimeFigureOut">
              <a:rPr lang="en-US" smtClean="0"/>
              <a:t>6/3/20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CDDE8B-77D6-B849-A724-90BDC7C1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75B8A-5650-654C-927A-63D954F0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83EA-EB05-F648-A9D9-48085E57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5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804C2F-948E-0D47-A320-CBC08EFB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5F91C-ECE6-7640-85F7-F401821F8428}" type="datetimeFigureOut">
              <a:rPr lang="en-US" smtClean="0"/>
              <a:t>6/3/20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7B40B-A817-9340-9958-5542F756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DBE27-320D-FA4F-8648-A3648798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83EA-EB05-F648-A9D9-48085E57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15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BBFC-44F4-1F4D-86F9-FB1C0333E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26778-C53D-7240-9D05-E4A751F52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70D0D-4D28-2A4D-B6C3-F68AD61A5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F9949-B953-5F43-B6E1-B50628826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5F91C-ECE6-7640-85F7-F401821F8428}" type="datetimeFigureOut">
              <a:rPr lang="en-US" smtClean="0"/>
              <a:t>6/3/20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9A10F-B711-0243-9427-8CFCCC2E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444A5-50D5-7A4F-A56E-6BB75C44F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83EA-EB05-F648-A9D9-48085E57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4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204C-8066-8E40-836C-F1763B059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8E75C-D980-C948-A1C1-96ADDBEE05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36A95-7325-4A49-A2AA-A3010408C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6D355-CEBB-F249-AAF7-E713A5878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5F91C-ECE6-7640-85F7-F401821F8428}" type="datetimeFigureOut">
              <a:rPr lang="en-US" smtClean="0"/>
              <a:t>6/3/20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381C0-00C2-554C-835C-8F7F539A7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D53A9-66EC-974E-B5AE-3D9B15DA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83EA-EB05-F648-A9D9-48085E57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8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1408-146E-4648-BEFA-02A78B257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97798A-4054-894A-915E-1E2B0059B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33331-2013-F542-89E1-D156DE09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5F91C-ECE6-7640-85F7-F401821F8428}" type="datetimeFigureOut">
              <a:rPr lang="en-US" smtClean="0"/>
              <a:t>6/3/20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639CE-186E-AF4C-85B1-7FC180F3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7CBCA-1F7A-594E-AEE4-22A0E774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83EA-EB05-F648-A9D9-48085E57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2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EB07F3-9C63-F340-A386-DB2E90872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06750F-9DA6-A840-91ED-CCC9C0753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A253F-CC62-E34D-8D2C-08869D50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5F91C-ECE6-7640-85F7-F401821F8428}" type="datetimeFigureOut">
              <a:rPr lang="en-US" smtClean="0"/>
              <a:t>6/3/20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0A27-CF9D-D64D-B125-FC74DDFF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E8DD8-0B81-994A-AEE2-B35C23DD8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E83EA-EB05-F648-A9D9-48085E57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C28185-7198-194A-971D-ED363C88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6548C-74A6-174D-9E0F-E95787DC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9FE1F-2464-5947-9EFB-73857C75D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5F91C-ECE6-7640-85F7-F401821F8428}" type="datetimeFigureOut">
              <a:rPr lang="en-US" smtClean="0"/>
              <a:t>6/3/20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392F5-08CF-1D45-B383-175C6671E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86A5F-863D-E54B-A124-64690AFB3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E83EA-EB05-F648-A9D9-48085E57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04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E41A-3B04-4C4B-9BE2-F10F3DB646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4F011-E710-234B-94BA-B099611D87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14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146695-AF99-9D44-B3BB-41427E7C4D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23" r="27832" b="60693"/>
          <a:stretch/>
        </p:blipFill>
        <p:spPr>
          <a:xfrm>
            <a:off x="785814" y="1588770"/>
            <a:ext cx="9238296" cy="336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6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1606C6-C1B8-5043-8F39-2B9F29F4D7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57" t="19019" r="28443" b="55363"/>
          <a:stretch/>
        </p:blipFill>
        <p:spPr>
          <a:xfrm>
            <a:off x="1463040" y="902970"/>
            <a:ext cx="928116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81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46C07A-C5C0-C047-ADA0-91E27FEE84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70" t="18125" r="30498" b="57708"/>
          <a:stretch/>
        </p:blipFill>
        <p:spPr>
          <a:xfrm>
            <a:off x="485774" y="628650"/>
            <a:ext cx="6772276" cy="534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94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8C00FC-6761-D940-9437-322FDD7071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625" b="35833"/>
          <a:stretch/>
        </p:blipFill>
        <p:spPr>
          <a:xfrm>
            <a:off x="796636" y="442911"/>
            <a:ext cx="10290464" cy="579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38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86FFDC-4076-B541-8D59-EA501F1428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58" t="-1" r="7416" b="20695"/>
          <a:stretch/>
        </p:blipFill>
        <p:spPr>
          <a:xfrm>
            <a:off x="2948152" y="806451"/>
            <a:ext cx="6306207" cy="415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763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4121DE-8285-D240-88C5-B960904F8B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480"/>
          <a:stretch/>
        </p:blipFill>
        <p:spPr>
          <a:xfrm>
            <a:off x="2387600" y="806450"/>
            <a:ext cx="7416800" cy="453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5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8346EF-79E9-DA48-B87F-35EA258A56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40" t="18492" r="25278" b="8732"/>
          <a:stretch/>
        </p:blipFill>
        <p:spPr>
          <a:xfrm>
            <a:off x="285750" y="342900"/>
            <a:ext cx="7900987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11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A595C5-0A4D-3D40-BCA7-8E129BF8D1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69" t="45097" r="24508" b="6416"/>
          <a:stretch/>
        </p:blipFill>
        <p:spPr>
          <a:xfrm>
            <a:off x="228600" y="314324"/>
            <a:ext cx="10984518" cy="558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10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5483BD-1D8C-544D-9A8B-065295C36F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49" t="14483" r="23722" b="59540"/>
          <a:stretch/>
        </p:blipFill>
        <p:spPr>
          <a:xfrm>
            <a:off x="756745" y="457200"/>
            <a:ext cx="10263352" cy="508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391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0</Words>
  <Application>Microsoft Macintosh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Hardy</dc:creator>
  <cp:lastModifiedBy>William Hardy</cp:lastModifiedBy>
  <cp:revision>16</cp:revision>
  <dcterms:created xsi:type="dcterms:W3CDTF">2020-06-02T14:52:00Z</dcterms:created>
  <dcterms:modified xsi:type="dcterms:W3CDTF">2020-06-03T19:34:44Z</dcterms:modified>
</cp:coreProperties>
</file>